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8.png" ContentType="image/png"/>
  <Override PartName="/ppt/media/image17.png" ContentType="image/png"/>
  <Override PartName="/ppt/media/image12.png" ContentType="image/png"/>
  <Override PartName="/ppt/media/image35.png" ContentType="image/png"/>
  <Override PartName="/ppt/media/image3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DD675DC-23D9-4BB9-A20E-5B0044F48FA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Presentation about monitoring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me, company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fast talker, let me know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C68BB7-8937-4914-9C35-550B541EC6E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Otel is a suite of tools/standards and SDK's that enables developers to monitor their projects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OpenTelemetry tracks a series of events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(trace)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 and produces details about each event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(span)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Walk -&gt; Grab bottle -&gt; Drink -&gt; Walk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F98B67-7E8D-41A9-8E0E-540A9A3BF38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DEBFA6-9DC6-4395-8FB4-0E80B04B33A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Release markers to show when a release effects performance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7"/>
          </p:nvPr>
        </p:nvSpPr>
        <p:spPr>
          <a:xfrm>
            <a:off x="4278960" y="1015740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1F7CE5-E88B-4D25-BF31-7FBBDED6238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8"/>
          </p:nvPr>
        </p:nvSpPr>
        <p:spPr>
          <a:xfrm>
            <a:off x="4278960" y="1015740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CF328D-AC8A-4556-B2CA-4E0FAE40F7F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7800" cy="33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78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7800" cy="33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8.png"/><Relationship Id="rId10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18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8.png"/><Relationship Id="rId11" Type="http://schemas.openxmlformats.org/officeDocument/2006/relationships/image" Target="../media/image28.png"/><Relationship Id="rId1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 descr="A screenshot of a computer screen&#10;&#10;Description automatically generated"/>
          <p:cNvPicPr/>
          <p:nvPr/>
        </p:nvPicPr>
        <p:blipFill>
          <a:blip r:embed="rId1"/>
          <a:stretch/>
        </p:blipFill>
        <p:spPr>
          <a:xfrm>
            <a:off x="475200" y="416160"/>
            <a:ext cx="8310600" cy="5158800"/>
          </a:xfrm>
          <a:prstGeom prst="rect">
            <a:avLst/>
          </a:prstGeom>
          <a:ln w="0">
            <a:noFill/>
          </a:ln>
        </p:spPr>
      </p:pic>
      <p:pic>
        <p:nvPicPr>
          <p:cNvPr id="11" name="Picture 3" descr=""/>
          <p:cNvPicPr/>
          <p:nvPr/>
        </p:nvPicPr>
        <p:blipFill>
          <a:blip r:embed="rId2"/>
          <a:stretch/>
        </p:blipFill>
        <p:spPr>
          <a:xfrm>
            <a:off x="6418080" y="1583640"/>
            <a:ext cx="2147760" cy="2823840"/>
          </a:xfrm>
          <a:prstGeom prst="rect">
            <a:avLst/>
          </a:prstGeom>
          <a:ln w="0">
            <a:noFill/>
          </a:ln>
        </p:spPr>
      </p:pic>
    </p:spTree>
  </p:cSld>
  <p:transition spd="slow">
    <p:push dir="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nodeType="withEffect" fill="hold" presetClass="entr" presetID="2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 black background with a black square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878760" y="1624320"/>
            <a:ext cx="7771680" cy="1893960"/>
          </a:xfrm>
          <a:prstGeom prst="rect">
            <a:avLst/>
          </a:prstGeom>
          <a:ln w="0">
            <a:noFill/>
          </a:ln>
        </p:spPr>
      </p:pic>
      <p:pic>
        <p:nvPicPr>
          <p:cNvPr id="13" name="Picture 6" descr=""/>
          <p:cNvPicPr/>
          <p:nvPr/>
        </p:nvPicPr>
        <p:blipFill>
          <a:blip r:embed="rId2"/>
          <a:stretch/>
        </p:blipFill>
        <p:spPr>
          <a:xfrm>
            <a:off x="1707120" y="249120"/>
            <a:ext cx="2375280" cy="127224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60000"/>
              </a:srgbClr>
            </a:outerShdw>
          </a:effectLst>
        </p:spPr>
      </p:pic>
      <p:pic>
        <p:nvPicPr>
          <p:cNvPr id="14" name="Picture 17" descr=""/>
          <p:cNvPicPr/>
          <p:nvPr/>
        </p:nvPicPr>
        <p:blipFill>
          <a:blip r:embed="rId3"/>
          <a:stretch/>
        </p:blipFill>
        <p:spPr>
          <a:xfrm>
            <a:off x="350640" y="1715400"/>
            <a:ext cx="2375280" cy="216540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60000"/>
              </a:srgbClr>
            </a:outerShdw>
          </a:effectLst>
        </p:spPr>
      </p:pic>
      <p:pic>
        <p:nvPicPr>
          <p:cNvPr id="15" name="Picture 19" descr="A screenshot of a computer&#10;&#10;Description automatically generated"/>
          <p:cNvPicPr/>
          <p:nvPr/>
        </p:nvPicPr>
        <p:blipFill>
          <a:blip r:embed="rId4"/>
          <a:stretch/>
        </p:blipFill>
        <p:spPr>
          <a:xfrm>
            <a:off x="1369800" y="3170520"/>
            <a:ext cx="2375280" cy="216900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60000"/>
              </a:srgbClr>
            </a:outerShdw>
          </a:effectLst>
        </p:spPr>
      </p:pic>
      <p:pic>
        <p:nvPicPr>
          <p:cNvPr id="16" name="Picture 21" descr="A screenshot of a computer&#10;&#10;Description automatically generated"/>
          <p:cNvPicPr/>
          <p:nvPr/>
        </p:nvPicPr>
        <p:blipFill>
          <a:blip r:embed="rId5"/>
          <a:stretch/>
        </p:blipFill>
        <p:spPr>
          <a:xfrm>
            <a:off x="4611600" y="131400"/>
            <a:ext cx="2375280" cy="216540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60000"/>
              </a:srgbClr>
            </a:outerShdw>
          </a:effectLst>
        </p:spPr>
      </p:pic>
      <p:pic>
        <p:nvPicPr>
          <p:cNvPr id="17" name="Picture 25" descr=""/>
          <p:cNvPicPr/>
          <p:nvPr/>
        </p:nvPicPr>
        <p:blipFill>
          <a:blip r:embed="rId6"/>
          <a:stretch/>
        </p:blipFill>
        <p:spPr>
          <a:xfrm>
            <a:off x="4083120" y="2835720"/>
            <a:ext cx="2375280" cy="216180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60000"/>
              </a:srgbClr>
            </a:outerShdw>
          </a:effectLst>
        </p:spPr>
      </p:pic>
      <p:pic>
        <p:nvPicPr>
          <p:cNvPr id="18" name="Picture 23" descr="A screenshot of a computer&#10;&#10;Description automatically generated"/>
          <p:cNvPicPr/>
          <p:nvPr/>
        </p:nvPicPr>
        <p:blipFill>
          <a:blip r:embed="rId7"/>
          <a:stretch/>
        </p:blipFill>
        <p:spPr>
          <a:xfrm>
            <a:off x="6578640" y="1828800"/>
            <a:ext cx="2375280" cy="216540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6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nodeType="clickEffect" fill="hold" presetClass="entr" presetID="2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2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A logo on a white background&#10;&#10;Description automatically generated"/>
          <p:cNvPicPr/>
          <p:nvPr/>
        </p:nvPicPr>
        <p:blipFill>
          <a:blip r:embed="rId1"/>
          <a:stretch/>
        </p:blipFill>
        <p:spPr>
          <a:xfrm>
            <a:off x="1357920" y="555120"/>
            <a:ext cx="6254640" cy="369612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5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6" dur="indefinite" restart="never" nodeType="tmRoot">
          <p:childTnLst>
            <p:seq>
              <p:cTn id="57" dur="indefinite" nodeType="mainSeq"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"/>
          <p:cNvPicPr/>
          <p:nvPr/>
        </p:nvPicPr>
        <p:blipFill>
          <a:blip r:embed="rId1"/>
          <a:stretch/>
        </p:blipFill>
        <p:spPr>
          <a:xfrm>
            <a:off x="886320" y="804240"/>
            <a:ext cx="7371000" cy="270612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50000"/>
              </a:srgbClr>
            </a:outerShdw>
          </a:effectLst>
        </p:spPr>
      </p:pic>
      <p:pic>
        <p:nvPicPr>
          <p:cNvPr id="21" name="Picture 3" descr=""/>
          <p:cNvPicPr/>
          <p:nvPr/>
        </p:nvPicPr>
        <p:blipFill>
          <a:blip r:embed="rId2"/>
          <a:stretch/>
        </p:blipFill>
        <p:spPr>
          <a:xfrm>
            <a:off x="3746880" y="3184920"/>
            <a:ext cx="2784600" cy="144072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50000"/>
              </a:srgbClr>
            </a:outerShdw>
          </a:effectLst>
        </p:spPr>
      </p:pic>
      <p:pic>
        <p:nvPicPr>
          <p:cNvPr id="22" name="Picture 5" descr="A pixelated hand pointing up&#10;&#10;Description automatically generated"/>
          <p:cNvPicPr/>
          <p:nvPr/>
        </p:nvPicPr>
        <p:blipFill>
          <a:blip r:embed="rId3"/>
          <a:stretch/>
        </p:blipFill>
        <p:spPr>
          <a:xfrm>
            <a:off x="5324400" y="4390560"/>
            <a:ext cx="223200" cy="30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4" dur="indefinite" restart="never" nodeType="tmRoot">
          <p:childTnLst>
            <p:seq>
              <p:cTn id="65" dur="indefinite" nodeType="mainSeq"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nodeType="withEffect" fill="hold" presetClass="entr" presetID="2" presetSubtype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9" descr=""/>
          <p:cNvPicPr/>
          <p:nvPr/>
        </p:nvPicPr>
        <p:blipFill>
          <a:blip r:embed="rId1"/>
          <a:stretch/>
        </p:blipFill>
        <p:spPr>
          <a:xfrm>
            <a:off x="1860480" y="1116360"/>
            <a:ext cx="6065280" cy="181152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50000"/>
              </a:srgbClr>
            </a:outerShdw>
          </a:effectLst>
        </p:spPr>
      </p:pic>
      <p:pic>
        <p:nvPicPr>
          <p:cNvPr id="24" name="Picture 6" descr=""/>
          <p:cNvPicPr/>
          <p:nvPr/>
        </p:nvPicPr>
        <p:blipFill>
          <a:blip r:embed="rId2"/>
          <a:stretch/>
        </p:blipFill>
        <p:spPr>
          <a:xfrm>
            <a:off x="1017000" y="2637720"/>
            <a:ext cx="3175560" cy="163836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50000"/>
              </a:srgbClr>
            </a:outerShdw>
          </a:effectLst>
        </p:spPr>
      </p:pic>
      <p:pic>
        <p:nvPicPr>
          <p:cNvPr id="25" name="Picture 7" descr="A pixelated hand pointing up&#10;&#10;Description automatically generated"/>
          <p:cNvPicPr/>
          <p:nvPr/>
        </p:nvPicPr>
        <p:blipFill>
          <a:blip r:embed="rId3"/>
          <a:stretch/>
        </p:blipFill>
        <p:spPr>
          <a:xfrm>
            <a:off x="2864520" y="3972240"/>
            <a:ext cx="223200" cy="30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with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nodeType="afterEffect" fill="hold" presetClass="entr" presetID="2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3" descr="A purple and black rectangle with black text&#10;&#10;Description automatically generated"/>
          <p:cNvPicPr/>
          <p:nvPr/>
        </p:nvPicPr>
        <p:blipFill>
          <a:blip r:embed="rId1"/>
          <a:stretch/>
        </p:blipFill>
        <p:spPr>
          <a:xfrm>
            <a:off x="2158920" y="1320480"/>
            <a:ext cx="4825440" cy="2501640"/>
          </a:xfrm>
          <a:prstGeom prst="rect">
            <a:avLst/>
          </a:prstGeom>
          <a:ln w="0">
            <a:noFill/>
          </a:ln>
        </p:spPr>
      </p:pic>
      <p:pic>
        <p:nvPicPr>
          <p:cNvPr id="27" name="Picture 4" descr="A pixelated hand pointing up&#10;&#10;Description automatically generated"/>
          <p:cNvPicPr/>
          <p:nvPr/>
        </p:nvPicPr>
        <p:blipFill>
          <a:blip r:embed="rId2"/>
          <a:stretch/>
        </p:blipFill>
        <p:spPr>
          <a:xfrm>
            <a:off x="4460040" y="3421440"/>
            <a:ext cx="223200" cy="30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8" dur="indefinite" restart="never" nodeType="tmRoot">
          <p:childTnLst>
            <p:seq>
              <p:cTn id="99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withEffect" fill="hold" presetClass="entr" presetID="2" presetSubtype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A black background with a black square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3807360" y="369720"/>
            <a:ext cx="1467360" cy="517680"/>
          </a:xfrm>
          <a:prstGeom prst="rect">
            <a:avLst/>
          </a:prstGeom>
          <a:ln w="0">
            <a:noFill/>
          </a:ln>
        </p:spPr>
      </p:pic>
      <p:pic>
        <p:nvPicPr>
          <p:cNvPr id="29" name="Picture 14" descr="A black screen with white text&#10;&#10;Description automatically generated"/>
          <p:cNvPicPr/>
          <p:nvPr/>
        </p:nvPicPr>
        <p:blipFill>
          <a:blip r:embed="rId2"/>
          <a:stretch/>
        </p:blipFill>
        <p:spPr>
          <a:xfrm>
            <a:off x="3708360" y="866160"/>
            <a:ext cx="1665720" cy="1665720"/>
          </a:xfrm>
          <a:prstGeom prst="rect">
            <a:avLst/>
          </a:prstGeom>
          <a:ln w="0">
            <a:noFill/>
          </a:ln>
        </p:spPr>
      </p:pic>
      <p:pic>
        <p:nvPicPr>
          <p:cNvPr id="30" name="Picture 17" descr="A black background with white text&#10;&#10;Description automatically generated"/>
          <p:cNvPicPr/>
          <p:nvPr/>
        </p:nvPicPr>
        <p:blipFill>
          <a:blip r:embed="rId3"/>
          <a:stretch/>
        </p:blipFill>
        <p:spPr>
          <a:xfrm>
            <a:off x="3708360" y="3006360"/>
            <a:ext cx="1665720" cy="1657440"/>
          </a:xfrm>
          <a:prstGeom prst="rect">
            <a:avLst/>
          </a:prstGeom>
          <a:ln w="0">
            <a:noFill/>
          </a:ln>
        </p:spPr>
      </p:pic>
      <p:pic>
        <p:nvPicPr>
          <p:cNvPr id="31" name="Picture 19" descr="A yellow arrow with black text&#10;&#10;Description automatically generated"/>
          <p:cNvPicPr/>
          <p:nvPr/>
        </p:nvPicPr>
        <p:blipFill>
          <a:blip r:embed="rId4"/>
          <a:stretch/>
        </p:blipFill>
        <p:spPr>
          <a:xfrm>
            <a:off x="4314960" y="2385000"/>
            <a:ext cx="452520" cy="77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0" dur="indefinite" restart="never" nodeType="tmRoot">
          <p:childTnLst>
            <p:seq>
              <p:cTn id="111" dur="indefinite" nodeType="mainSeq"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with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nodeType="after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00"/>
                            </p:stCondLst>
                            <p:childTnLst>
                              <p:par>
                                <p:cTn id="12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4" descr="A person in a suit pointing at the camera&#10;&#10;Description automatically generated"/>
          <p:cNvPicPr/>
          <p:nvPr/>
        </p:nvPicPr>
        <p:blipFill>
          <a:blip r:embed="rId1"/>
          <a:stretch/>
        </p:blipFill>
        <p:spPr>
          <a:xfrm>
            <a:off x="599040" y="2523240"/>
            <a:ext cx="2081880" cy="206460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50000"/>
              </a:srgbClr>
            </a:outerShdw>
          </a:effectLst>
        </p:spPr>
      </p:pic>
      <p:pic>
        <p:nvPicPr>
          <p:cNvPr id="33" name="Picture 6" descr=""/>
          <p:cNvPicPr/>
          <p:nvPr/>
        </p:nvPicPr>
        <p:blipFill>
          <a:blip r:embed="rId2"/>
          <a:stretch/>
        </p:blipFill>
        <p:spPr>
          <a:xfrm>
            <a:off x="2391840" y="1024560"/>
            <a:ext cx="5853960" cy="270828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5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2" dur="indefinite" restart="never" nodeType="tmRoot">
          <p:childTnLst>
            <p:seq>
              <p:cTn id="133" dur="indefinite" nodeType="mainSeq"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nodeType="with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27"/>
          <p:cNvCxnSpPr/>
          <p:nvPr/>
        </p:nvCxnSpPr>
        <p:spPr>
          <a:xfrm>
            <a:off x="3054960" y="443880"/>
            <a:ext cx="720" cy="4291200"/>
          </a:xfrm>
          <a:prstGeom prst="straightConnector1">
            <a:avLst/>
          </a:prstGeom>
          <a:ln w="19050">
            <a:solidFill>
              <a:srgbClr val="0c7438"/>
            </a:solidFill>
            <a:prstDash val="sysDash"/>
            <a:round/>
          </a:ln>
        </p:spPr>
      </p:cxnSp>
      <p:cxnSp>
        <p:nvCxnSpPr>
          <p:cNvPr id="35" name="Straight Connector 30"/>
          <p:cNvCxnSpPr/>
          <p:nvPr/>
        </p:nvCxnSpPr>
        <p:spPr>
          <a:xfrm>
            <a:off x="5330520" y="443880"/>
            <a:ext cx="720" cy="4199760"/>
          </a:xfrm>
          <a:prstGeom prst="straightConnector1">
            <a:avLst/>
          </a:prstGeom>
          <a:ln w="19050">
            <a:solidFill>
              <a:srgbClr val="0c7438"/>
            </a:solidFill>
            <a:prstDash val="sysDash"/>
            <a:round/>
          </a:ln>
        </p:spPr>
      </p:cxnSp>
      <p:pic>
        <p:nvPicPr>
          <p:cNvPr id="36" name="Picture 2" descr="A black background with a black square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1302120" y="369720"/>
            <a:ext cx="1467360" cy="517680"/>
          </a:xfrm>
          <a:prstGeom prst="rect">
            <a:avLst/>
          </a:prstGeom>
          <a:ln w="0">
            <a:noFill/>
          </a:ln>
        </p:spPr>
      </p:pic>
      <p:pic>
        <p:nvPicPr>
          <p:cNvPr id="37" name="Picture 6" descr="A black background with a black square&#10;&#10;Description automatically generated with medium confidence"/>
          <p:cNvPicPr/>
          <p:nvPr/>
        </p:nvPicPr>
        <p:blipFill>
          <a:blip r:embed="rId2"/>
          <a:stretch/>
        </p:blipFill>
        <p:spPr>
          <a:xfrm>
            <a:off x="3342240" y="369720"/>
            <a:ext cx="1721520" cy="517680"/>
          </a:xfrm>
          <a:prstGeom prst="rect">
            <a:avLst/>
          </a:prstGeom>
          <a:ln w="0">
            <a:noFill/>
          </a:ln>
        </p:spPr>
      </p:pic>
      <p:pic>
        <p:nvPicPr>
          <p:cNvPr id="38" name="Picture 12" descr="A black background with a black square&#10;&#10;Description automatically generated with medium confidence"/>
          <p:cNvPicPr/>
          <p:nvPr/>
        </p:nvPicPr>
        <p:blipFill>
          <a:blip r:embed="rId3"/>
          <a:stretch/>
        </p:blipFill>
        <p:spPr>
          <a:xfrm>
            <a:off x="5600520" y="369720"/>
            <a:ext cx="1497600" cy="517680"/>
          </a:xfrm>
          <a:prstGeom prst="rect">
            <a:avLst/>
          </a:prstGeom>
          <a:ln w="0">
            <a:noFill/>
          </a:ln>
        </p:spPr>
      </p:pic>
      <p:pic>
        <p:nvPicPr>
          <p:cNvPr id="39" name="Picture 23" descr="A blue hexagon with black text&#10;&#10;Description automatically generated"/>
          <p:cNvPicPr/>
          <p:nvPr/>
        </p:nvPicPr>
        <p:blipFill>
          <a:blip r:embed="rId4"/>
          <a:stretch/>
        </p:blipFill>
        <p:spPr>
          <a:xfrm>
            <a:off x="5546160" y="2075760"/>
            <a:ext cx="1606320" cy="1392480"/>
          </a:xfrm>
          <a:prstGeom prst="rect">
            <a:avLst/>
          </a:prstGeom>
          <a:ln w="0">
            <a:noFill/>
          </a:ln>
        </p:spPr>
      </p:pic>
      <p:pic>
        <p:nvPicPr>
          <p:cNvPr id="40" name="Picture 25" descr=""/>
          <p:cNvPicPr/>
          <p:nvPr/>
        </p:nvPicPr>
        <p:blipFill>
          <a:blip r:embed="rId5"/>
          <a:stretch/>
        </p:blipFill>
        <p:spPr>
          <a:xfrm rot="823200">
            <a:off x="2508480" y="1796760"/>
            <a:ext cx="3295440" cy="479520"/>
          </a:xfrm>
          <a:prstGeom prst="rect">
            <a:avLst/>
          </a:prstGeom>
          <a:ln w="0">
            <a:noFill/>
          </a:ln>
        </p:spPr>
      </p:pic>
      <p:pic>
        <p:nvPicPr>
          <p:cNvPr id="41" name="Picture 14" descr="A black screen with white text&#10;&#10;Description automatically generated"/>
          <p:cNvPicPr/>
          <p:nvPr/>
        </p:nvPicPr>
        <p:blipFill>
          <a:blip r:embed="rId6"/>
          <a:stretch/>
        </p:blipFill>
        <p:spPr>
          <a:xfrm>
            <a:off x="1202760" y="866160"/>
            <a:ext cx="1665720" cy="1665720"/>
          </a:xfrm>
          <a:prstGeom prst="rect">
            <a:avLst/>
          </a:prstGeom>
          <a:ln w="0">
            <a:noFill/>
          </a:ln>
        </p:spPr>
      </p:pic>
      <p:pic>
        <p:nvPicPr>
          <p:cNvPr id="42" name="Picture 17" descr="A black background with white text&#10;&#10;Description automatically generated"/>
          <p:cNvPicPr/>
          <p:nvPr/>
        </p:nvPicPr>
        <p:blipFill>
          <a:blip r:embed="rId7"/>
          <a:stretch/>
        </p:blipFill>
        <p:spPr>
          <a:xfrm>
            <a:off x="1202760" y="3006360"/>
            <a:ext cx="1665720" cy="1657440"/>
          </a:xfrm>
          <a:prstGeom prst="rect">
            <a:avLst/>
          </a:prstGeom>
          <a:ln w="0">
            <a:noFill/>
          </a:ln>
        </p:spPr>
      </p:pic>
      <p:pic>
        <p:nvPicPr>
          <p:cNvPr id="43" name="Picture 19" descr="A yellow arrow with black text&#10;&#10;Description automatically generated"/>
          <p:cNvPicPr/>
          <p:nvPr/>
        </p:nvPicPr>
        <p:blipFill>
          <a:blip r:embed="rId8"/>
          <a:stretch/>
        </p:blipFill>
        <p:spPr>
          <a:xfrm>
            <a:off x="1809360" y="2385000"/>
            <a:ext cx="452520" cy="774000"/>
          </a:xfrm>
          <a:prstGeom prst="rect">
            <a:avLst/>
          </a:prstGeom>
          <a:ln w="0">
            <a:noFill/>
          </a:ln>
        </p:spPr>
      </p:pic>
      <p:pic>
        <p:nvPicPr>
          <p:cNvPr id="44" name="Picture 21" descr="A pink sign with black text&#10;&#10;Description automatically generated"/>
          <p:cNvPicPr/>
          <p:nvPr/>
        </p:nvPicPr>
        <p:blipFill>
          <a:blip r:embed="rId9"/>
          <a:stretch/>
        </p:blipFill>
        <p:spPr>
          <a:xfrm>
            <a:off x="2347560" y="2185560"/>
            <a:ext cx="559440" cy="34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27"/>
          <p:cNvCxnSpPr/>
          <p:nvPr/>
        </p:nvCxnSpPr>
        <p:spPr>
          <a:xfrm>
            <a:off x="3054960" y="443880"/>
            <a:ext cx="720" cy="4291200"/>
          </a:xfrm>
          <a:prstGeom prst="straightConnector1">
            <a:avLst/>
          </a:prstGeom>
          <a:ln w="19050">
            <a:solidFill>
              <a:srgbClr val="0c7438"/>
            </a:solidFill>
            <a:prstDash val="sysDash"/>
            <a:round/>
          </a:ln>
        </p:spPr>
      </p:cxnSp>
      <p:cxnSp>
        <p:nvCxnSpPr>
          <p:cNvPr id="46" name="Straight Connector 30"/>
          <p:cNvCxnSpPr/>
          <p:nvPr/>
        </p:nvCxnSpPr>
        <p:spPr>
          <a:xfrm>
            <a:off x="5330520" y="443880"/>
            <a:ext cx="720" cy="4199760"/>
          </a:xfrm>
          <a:prstGeom prst="straightConnector1">
            <a:avLst/>
          </a:prstGeom>
          <a:ln w="19050">
            <a:solidFill>
              <a:srgbClr val="0c7438"/>
            </a:solidFill>
            <a:prstDash val="sysDash"/>
            <a:round/>
          </a:ln>
        </p:spPr>
      </p:cxnSp>
      <p:pic>
        <p:nvPicPr>
          <p:cNvPr id="47" name="Picture 31" descr=""/>
          <p:cNvPicPr/>
          <p:nvPr/>
        </p:nvPicPr>
        <p:blipFill>
          <a:blip r:embed="rId1"/>
          <a:stretch/>
        </p:blipFill>
        <p:spPr>
          <a:xfrm rot="20760000">
            <a:off x="2518560" y="3313080"/>
            <a:ext cx="3295440" cy="479520"/>
          </a:xfrm>
          <a:prstGeom prst="rect">
            <a:avLst/>
          </a:prstGeom>
          <a:ln w="0">
            <a:noFill/>
          </a:ln>
        </p:spPr>
      </p:pic>
      <p:pic>
        <p:nvPicPr>
          <p:cNvPr id="48" name="Picture 2" descr="A black background with a black square&#10;&#10;Description automatically generated with medium confidence"/>
          <p:cNvPicPr/>
          <p:nvPr/>
        </p:nvPicPr>
        <p:blipFill>
          <a:blip r:embed="rId2"/>
          <a:stretch/>
        </p:blipFill>
        <p:spPr>
          <a:xfrm>
            <a:off x="1302120" y="369720"/>
            <a:ext cx="1467360" cy="517680"/>
          </a:xfrm>
          <a:prstGeom prst="rect">
            <a:avLst/>
          </a:prstGeom>
          <a:ln w="0">
            <a:noFill/>
          </a:ln>
        </p:spPr>
      </p:pic>
      <p:pic>
        <p:nvPicPr>
          <p:cNvPr id="49" name="Picture 6" descr="A black background with a black square&#10;&#10;Description automatically generated with medium confidence"/>
          <p:cNvPicPr/>
          <p:nvPr/>
        </p:nvPicPr>
        <p:blipFill>
          <a:blip r:embed="rId3"/>
          <a:stretch/>
        </p:blipFill>
        <p:spPr>
          <a:xfrm>
            <a:off x="3342240" y="369720"/>
            <a:ext cx="1721520" cy="51768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12" descr="A black background with a black square&#10;&#10;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5600520" y="369720"/>
            <a:ext cx="1497600" cy="517680"/>
          </a:xfrm>
          <a:prstGeom prst="rect">
            <a:avLst/>
          </a:prstGeom>
          <a:ln w="0">
            <a:noFill/>
          </a:ln>
        </p:spPr>
      </p:pic>
      <p:pic>
        <p:nvPicPr>
          <p:cNvPr id="51" name="Picture 23" descr="A blue hexagon with black text&#10;&#10;Description automatically generated"/>
          <p:cNvPicPr/>
          <p:nvPr/>
        </p:nvPicPr>
        <p:blipFill>
          <a:blip r:embed="rId5"/>
          <a:stretch/>
        </p:blipFill>
        <p:spPr>
          <a:xfrm>
            <a:off x="5546160" y="2075760"/>
            <a:ext cx="1606320" cy="1392480"/>
          </a:xfrm>
          <a:prstGeom prst="rect">
            <a:avLst/>
          </a:prstGeom>
          <a:ln w="0">
            <a:noFill/>
          </a:ln>
        </p:spPr>
      </p:pic>
      <p:pic>
        <p:nvPicPr>
          <p:cNvPr id="52" name="Picture 25" descr=""/>
          <p:cNvPicPr/>
          <p:nvPr/>
        </p:nvPicPr>
        <p:blipFill>
          <a:blip r:embed="rId6"/>
          <a:stretch/>
        </p:blipFill>
        <p:spPr>
          <a:xfrm rot="823200">
            <a:off x="2508480" y="1796760"/>
            <a:ext cx="3295440" cy="479520"/>
          </a:xfrm>
          <a:prstGeom prst="rect">
            <a:avLst/>
          </a:prstGeom>
          <a:ln w="0">
            <a:noFill/>
          </a:ln>
        </p:spPr>
      </p:pic>
      <p:pic>
        <p:nvPicPr>
          <p:cNvPr id="53" name="Picture 14" descr="A black screen with white text&#10;&#10;Description automatically generated"/>
          <p:cNvPicPr/>
          <p:nvPr/>
        </p:nvPicPr>
        <p:blipFill>
          <a:blip r:embed="rId7"/>
          <a:stretch/>
        </p:blipFill>
        <p:spPr>
          <a:xfrm>
            <a:off x="1202760" y="866160"/>
            <a:ext cx="1665720" cy="1665720"/>
          </a:xfrm>
          <a:prstGeom prst="rect">
            <a:avLst/>
          </a:prstGeom>
          <a:ln w="0">
            <a:noFill/>
          </a:ln>
        </p:spPr>
      </p:pic>
      <p:pic>
        <p:nvPicPr>
          <p:cNvPr id="54" name="Picture 17" descr="A black background with white text&#10;&#10;Description automatically generated"/>
          <p:cNvPicPr/>
          <p:nvPr/>
        </p:nvPicPr>
        <p:blipFill>
          <a:blip r:embed="rId8"/>
          <a:stretch/>
        </p:blipFill>
        <p:spPr>
          <a:xfrm>
            <a:off x="1202760" y="3006360"/>
            <a:ext cx="1665720" cy="1657440"/>
          </a:xfrm>
          <a:prstGeom prst="rect">
            <a:avLst/>
          </a:prstGeom>
          <a:ln w="0">
            <a:noFill/>
          </a:ln>
        </p:spPr>
      </p:pic>
      <p:pic>
        <p:nvPicPr>
          <p:cNvPr id="55" name="Picture 19" descr="A yellow arrow with black text&#10;&#10;Description automatically generated"/>
          <p:cNvPicPr/>
          <p:nvPr/>
        </p:nvPicPr>
        <p:blipFill>
          <a:blip r:embed="rId9"/>
          <a:stretch/>
        </p:blipFill>
        <p:spPr>
          <a:xfrm>
            <a:off x="1809360" y="2385000"/>
            <a:ext cx="452520" cy="774000"/>
          </a:xfrm>
          <a:prstGeom prst="rect">
            <a:avLst/>
          </a:prstGeom>
          <a:ln w="0">
            <a:noFill/>
          </a:ln>
        </p:spPr>
      </p:pic>
      <p:pic>
        <p:nvPicPr>
          <p:cNvPr id="56" name="Picture 21" descr="A pink sign with black text&#10;&#10;Description automatically generated"/>
          <p:cNvPicPr/>
          <p:nvPr/>
        </p:nvPicPr>
        <p:blipFill>
          <a:blip r:embed="rId10"/>
          <a:stretch/>
        </p:blipFill>
        <p:spPr>
          <a:xfrm>
            <a:off x="2347560" y="2185560"/>
            <a:ext cx="559440" cy="346680"/>
          </a:xfrm>
          <a:prstGeom prst="rect">
            <a:avLst/>
          </a:prstGeom>
          <a:ln w="0">
            <a:noFill/>
          </a:ln>
        </p:spPr>
      </p:pic>
      <p:pic>
        <p:nvPicPr>
          <p:cNvPr id="57" name="Picture 28" descr="A pink sign with black text&#10;&#10;Description automatically generated"/>
          <p:cNvPicPr/>
          <p:nvPr/>
        </p:nvPicPr>
        <p:blipFill>
          <a:blip r:embed="rId11"/>
          <a:stretch/>
        </p:blipFill>
        <p:spPr>
          <a:xfrm>
            <a:off x="2347560" y="4323960"/>
            <a:ext cx="559440" cy="34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4" dur="indefinite" restart="never" nodeType="tmRoot">
          <p:childTnLst>
            <p:seq>
              <p:cTn id="145" dur="indefinite" nodeType="mainSeq"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3"/>
          <p:cNvGrpSpPr/>
          <p:nvPr/>
        </p:nvGrpSpPr>
        <p:grpSpPr>
          <a:xfrm>
            <a:off x="1457280" y="600840"/>
            <a:ext cx="6228720" cy="3940920"/>
            <a:chOff x="1457280" y="600840"/>
            <a:chExt cx="6228720" cy="3940920"/>
          </a:xfrm>
        </p:grpSpPr>
        <p:grpSp>
          <p:nvGrpSpPr>
            <p:cNvPr id="59" name="Group 5"/>
            <p:cNvGrpSpPr/>
            <p:nvPr/>
          </p:nvGrpSpPr>
          <p:grpSpPr>
            <a:xfrm>
              <a:off x="1457280" y="600840"/>
              <a:ext cx="6228720" cy="505800"/>
              <a:chOff x="1457280" y="600840"/>
              <a:chExt cx="6228720" cy="505800"/>
            </a:xfrm>
          </p:grpSpPr>
          <p:sp>
            <p:nvSpPr>
              <p:cNvPr id="60" name="Rectangle 4"/>
              <p:cNvSpPr/>
              <p:nvPr/>
            </p:nvSpPr>
            <p:spPr>
              <a:xfrm>
                <a:off x="1457280" y="717840"/>
                <a:ext cx="6099120" cy="258120"/>
              </a:xfrm>
              <a:prstGeom prst="rect">
                <a:avLst/>
              </a:prstGeom>
              <a:solidFill>
                <a:schemeClr val="tx1"/>
              </a:solidFill>
              <a:ln w="50800">
                <a:solidFill>
                  <a:srgbClr val="000000"/>
                </a:solidFill>
                <a:miter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NL" sz="1800" spc="-1" strike="noStrike">
                  <a:solidFill>
                    <a:schemeClr val="lt1"/>
                  </a:solidFill>
                  <a:latin typeface="Calibri"/>
                </a:endParaRPr>
              </a:p>
            </p:txBody>
          </p:sp>
          <p:pic>
            <p:nvPicPr>
              <p:cNvPr id="61" name="Picture 1" descr=""/>
              <p:cNvPicPr/>
              <p:nvPr/>
            </p:nvPicPr>
            <p:blipFill>
              <a:blip r:embed="rId1"/>
              <a:srcRect l="38193" t="0" r="-112" b="0"/>
              <a:stretch/>
            </p:blipFill>
            <p:spPr>
              <a:xfrm>
                <a:off x="4668840" y="600840"/>
                <a:ext cx="3017160" cy="50580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62" name="Picture 2" descr="A screenshot of a computer&#10;&#10;Description automatically generated"/>
            <p:cNvPicPr/>
            <p:nvPr/>
          </p:nvPicPr>
          <p:blipFill>
            <a:blip r:embed="rId2"/>
            <a:stretch/>
          </p:blipFill>
          <p:spPr>
            <a:xfrm>
              <a:off x="1457280" y="976680"/>
              <a:ext cx="6099120" cy="3565080"/>
            </a:xfrm>
            <a:prstGeom prst="rect">
              <a:avLst/>
            </a:prstGeom>
            <a:ln w="25400">
              <a:solidFill>
                <a:srgbClr val="000000"/>
              </a:solidFill>
              <a:miter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4"/>
          <p:cNvGrpSpPr/>
          <p:nvPr/>
        </p:nvGrpSpPr>
        <p:grpSpPr>
          <a:xfrm>
            <a:off x="1715760" y="472320"/>
            <a:ext cx="5522040" cy="4052160"/>
            <a:chOff x="1715760" y="472320"/>
            <a:chExt cx="5522040" cy="4052160"/>
          </a:xfrm>
        </p:grpSpPr>
        <p:sp>
          <p:nvSpPr>
            <p:cNvPr id="64" name="Rectangle 5"/>
            <p:cNvSpPr/>
            <p:nvPr/>
          </p:nvSpPr>
          <p:spPr>
            <a:xfrm>
              <a:off x="1715760" y="797400"/>
              <a:ext cx="5411160" cy="37270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NL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65" name="Picture 6" descr="A screenshot of a graph&#10;&#10;Description automatically generated"/>
            <p:cNvPicPr/>
            <p:nvPr/>
          </p:nvPicPr>
          <p:blipFill>
            <a:blip r:embed="rId1"/>
            <a:stretch/>
          </p:blipFill>
          <p:spPr>
            <a:xfrm>
              <a:off x="1961640" y="1075680"/>
              <a:ext cx="4919040" cy="3284640"/>
            </a:xfrm>
            <a:prstGeom prst="rect">
              <a:avLst/>
            </a:prstGeom>
            <a:ln w="25400">
              <a:noFill/>
            </a:ln>
          </p:spPr>
        </p:pic>
        <p:sp>
          <p:nvSpPr>
            <p:cNvPr id="66" name="Rectangle 1"/>
            <p:cNvSpPr/>
            <p:nvPr/>
          </p:nvSpPr>
          <p:spPr>
            <a:xfrm>
              <a:off x="1715760" y="577800"/>
              <a:ext cx="5411160" cy="279000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0000"/>
              </a:solidFill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NL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67" name="Picture 3" descr=""/>
            <p:cNvPicPr/>
            <p:nvPr/>
          </p:nvPicPr>
          <p:blipFill>
            <a:blip r:embed="rId2"/>
            <a:srcRect l="38193" t="0" r="-112" b="0"/>
            <a:stretch/>
          </p:blipFill>
          <p:spPr>
            <a:xfrm>
              <a:off x="4209840" y="472320"/>
              <a:ext cx="3027960" cy="5076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6" dur="indefinite" restart="never" nodeType="tmRoot">
          <p:childTnLst>
            <p:seq>
              <p:cTn id="157" dur="indefinite" nodeType="mainSeq"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4" descr=""/>
          <p:cNvPicPr/>
          <p:nvPr/>
        </p:nvPicPr>
        <p:blipFill>
          <a:blip r:embed="rId1"/>
          <a:stretch/>
        </p:blipFill>
        <p:spPr>
          <a:xfrm>
            <a:off x="685800" y="1638000"/>
            <a:ext cx="7771680" cy="1866960"/>
          </a:xfrm>
          <a:prstGeom prst="rect">
            <a:avLst/>
          </a:prstGeom>
          <a:ln w="0">
            <a:noFill/>
          </a:ln>
        </p:spPr>
      </p:pic>
      <p:pic>
        <p:nvPicPr>
          <p:cNvPr id="69" name="Picture 6" descr=""/>
          <p:cNvPicPr/>
          <p:nvPr/>
        </p:nvPicPr>
        <p:blipFill>
          <a:blip r:embed="rId2"/>
          <a:stretch/>
        </p:blipFill>
        <p:spPr>
          <a:xfrm>
            <a:off x="449280" y="592560"/>
            <a:ext cx="2579040" cy="258300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60000"/>
              </a:srgbClr>
            </a:outerShdw>
          </a:effectLst>
        </p:spPr>
      </p:pic>
      <p:pic>
        <p:nvPicPr>
          <p:cNvPr id="70" name="Picture 17" descr=""/>
          <p:cNvPicPr/>
          <p:nvPr/>
        </p:nvPicPr>
        <p:blipFill>
          <a:blip r:embed="rId3"/>
          <a:stretch/>
        </p:blipFill>
        <p:spPr>
          <a:xfrm>
            <a:off x="3281040" y="1935720"/>
            <a:ext cx="2579040" cy="261468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60000"/>
              </a:srgbClr>
            </a:outerShdw>
          </a:effectLst>
        </p:spPr>
      </p:pic>
      <p:pic>
        <p:nvPicPr>
          <p:cNvPr id="71" name="Picture 21" descr=""/>
          <p:cNvPicPr/>
          <p:nvPr/>
        </p:nvPicPr>
        <p:blipFill>
          <a:blip r:embed="rId4"/>
          <a:stretch/>
        </p:blipFill>
        <p:spPr>
          <a:xfrm>
            <a:off x="6130080" y="1488600"/>
            <a:ext cx="2575440" cy="235116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6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4" dur="indefinite" restart="never" nodeType="tmRoot">
          <p:childTnLst>
            <p:seq>
              <p:cTn id="165" dur="indefinite" nodeType="mainSeq"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2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8" descr="A black and white background with black text&#10;&#10;Description automatically generated"/>
          <p:cNvPicPr/>
          <p:nvPr/>
        </p:nvPicPr>
        <p:blipFill>
          <a:blip r:embed="rId1"/>
          <a:stretch/>
        </p:blipFill>
        <p:spPr>
          <a:xfrm>
            <a:off x="657000" y="336240"/>
            <a:ext cx="5187600" cy="3069360"/>
          </a:xfrm>
          <a:prstGeom prst="rect">
            <a:avLst/>
          </a:prstGeom>
          <a:ln w="0">
            <a:noFill/>
          </a:ln>
        </p:spPr>
      </p:pic>
      <p:pic>
        <p:nvPicPr>
          <p:cNvPr id="73" name="Picture 9" descr=""/>
          <p:cNvPicPr/>
          <p:nvPr/>
        </p:nvPicPr>
        <p:blipFill>
          <a:blip r:embed="rId2"/>
          <a:stretch/>
        </p:blipFill>
        <p:spPr>
          <a:xfrm>
            <a:off x="5213520" y="2887920"/>
            <a:ext cx="3093840" cy="1602360"/>
          </a:xfrm>
          <a:prstGeom prst="rect">
            <a:avLst/>
          </a:prstGeom>
          <a:ln w="0">
            <a:noFill/>
          </a:ln>
          <a:effectLst>
            <a:outerShdw algn="tl" dir="2700000" dist="62621" rotWithShape="0">
              <a:srgbClr val="0c7438">
                <a:alpha val="50000"/>
              </a:srgbClr>
            </a:outerShdw>
          </a:effectLst>
        </p:spPr>
      </p:pic>
      <p:pic>
        <p:nvPicPr>
          <p:cNvPr id="74" name="Picture 10" descr="A pixelated hand pointing up&#10;&#10;Description automatically generated"/>
          <p:cNvPicPr/>
          <p:nvPr/>
        </p:nvPicPr>
        <p:blipFill>
          <a:blip r:embed="rId3"/>
          <a:stretch/>
        </p:blipFill>
        <p:spPr>
          <a:xfrm>
            <a:off x="6108840" y="4141080"/>
            <a:ext cx="223200" cy="30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9" dur="indefinite" restart="never" nodeType="tmRoot">
          <p:childTnLst>
            <p:seq>
              <p:cTn id="190" dur="indefinite" nodeType="mainSeq"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after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nodeType="afterEffect" fill="hold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500"/>
                            </p:stCondLst>
                            <p:childTnLst>
                              <p:par>
                                <p:cTn id="20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-th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84A8B6CA496A44ABE21CE0EBB63907" ma:contentTypeVersion="18" ma:contentTypeDescription="Create a new document." ma:contentTypeScope="" ma:versionID="dd944132cabe245ef9dc06d9fc0aefa3">
  <xsd:schema xmlns:xsd="http://www.w3.org/2001/XMLSchema" xmlns:xs="http://www.w3.org/2001/XMLSchema" xmlns:p="http://schemas.microsoft.com/office/2006/metadata/properties" xmlns:ns2="0941a9b5-b6c2-4f97-8681-c10f9723b18f" xmlns:ns3="efee2cc0-e979-4be7-b16f-77434935ff4f" targetNamespace="http://schemas.microsoft.com/office/2006/metadata/properties" ma:root="true" ma:fieldsID="c5e2dc2023bde4bf1184e8e61d68b9f9" ns2:_="" ns3:_="">
    <xsd:import namespace="0941a9b5-b6c2-4f97-8681-c10f9723b18f"/>
    <xsd:import namespace="efee2cc0-e979-4be7-b16f-77434935ff4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1a9b5-b6c2-4f97-8681-c10f9723b18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e83ce2d-5c58-4dff-9f76-d90ff2983485}" ma:internalName="TaxCatchAll" ma:showField="CatchAllData" ma:web="0941a9b5-b6c2-4f97-8681-c10f9723b1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ee2cc0-e979-4be7-b16f-77434935ff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b64e26e-61b3-44f4-b4df-a8f59dd3d2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fee2cc0-e979-4be7-b16f-77434935ff4f">
      <Terms xmlns="http://schemas.microsoft.com/office/infopath/2007/PartnerControls"/>
    </lcf76f155ced4ddcb4097134ff3c332f>
    <TaxCatchAll xmlns="0941a9b5-b6c2-4f97-8681-c10f9723b18f" xsi:nil="true"/>
  </documentManagement>
</p:properties>
</file>

<file path=customXml/itemProps1.xml><?xml version="1.0" encoding="utf-8"?>
<ds:datastoreItem xmlns:ds="http://schemas.openxmlformats.org/officeDocument/2006/customXml" ds:itemID="{3D6D0C29-2305-427A-957A-2018A3B01A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04667B-3F89-4885-A185-FF775554B355}">
  <ds:schemaRefs>
    <ds:schemaRef ds:uri="0941a9b5-b6c2-4f97-8681-c10f9723b18f"/>
    <ds:schemaRef ds:uri="efee2cc0-e979-4be7-b16f-77434935ff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4D784E4-3125-4946-94AF-D1557164D3FC}">
  <ds:schemaRefs>
    <ds:schemaRef ds:uri="0941a9b5-b6c2-4f97-8681-c10f9723b18f"/>
    <ds:schemaRef ds:uri="efee2cc0-e979-4be7-b16f-77434935ff4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2015-09-09T07:34:14Z</dcterms:created>
  <dc:creator>Jannemieke Duyzer</dc:creator>
  <dc:description/>
  <dc:language>en-US</dc:language>
  <cp:lastModifiedBy/>
  <dcterms:modified xsi:type="dcterms:W3CDTF">2025-10-08T13:33:58Z</dcterms:modified>
  <cp:revision>6</cp:revision>
  <dc:subject/>
  <dc:title>PowerPoint-presentatie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0x0101003184A8B6CA496A44ABE21CE0EBB63907</vt:lpwstr>
  </property>
  <property fmtid="{D5CDD505-2E9C-101B-9397-08002B2CF9AE}" pid="3" name="MediaServiceImageTags">
    <vt:lpwstr/>
  </property>
  <property fmtid="{D5CDD505-2E9C-101B-9397-08002B2CF9AE}" pid="4" name="Notes">
    <vt:i4>10</vt:i4>
  </property>
  <property fmtid="{D5CDD505-2E9C-101B-9397-08002B2CF9AE}" pid="5" name="PresentationFormat">
    <vt:lpwstr>On-screen Show (16:9)</vt:lpwstr>
  </property>
  <property fmtid="{D5CDD505-2E9C-101B-9397-08002B2CF9AE}" pid="6" name="Slides">
    <vt:i4>22</vt:i4>
  </property>
</Properties>
</file>